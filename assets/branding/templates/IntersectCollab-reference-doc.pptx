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D70"/>
    <a:srgbClr val="249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9" d="100"/>
          <a:sy n="139" d="100"/>
        </p:scale>
        <p:origin x="90" y="2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2494F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204D70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AB217C8-6B30-BC89-211F-A2D134B2CC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1675" y="102393"/>
            <a:ext cx="2063750" cy="45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58096D74-33FD-1A00-A259-DC79C92EEB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48441D35-4760-E657-B20A-F2A0FF6E78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F621B8F1-0A7F-67CF-F5B2-B306EFC2D3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4BA9946D-9A61-76EA-E681-C00CEB1B9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70669BDA-1739-A5BD-D63F-A27516A8B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94F2FA85-9D9D-B406-02AF-FA251DF679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28789F73-A477-E351-0642-4384D76F56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4C90704B-A4FC-EE82-2AE9-9B991F8EE7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74029EA6-9FA0-B750-B765-A5237854B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circle with crossed lines&#10;&#10;AI-generated content may be incorrect.">
            <a:extLst>
              <a:ext uri="{FF2B5EF4-FFF2-40B4-BE49-F238E27FC236}">
                <a16:creationId xmlns:a16="http://schemas.microsoft.com/office/drawing/2014/main" id="{40CCF69D-0797-EFFF-056A-69813926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1725" y="5715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2494F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04D70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André van Zyl</cp:lastModifiedBy>
  <cp:revision>12</cp:revision>
  <dcterms:created xsi:type="dcterms:W3CDTF">2017-06-05T14:10:58Z</dcterms:created>
  <dcterms:modified xsi:type="dcterms:W3CDTF">2025-09-18T10:23:30Z</dcterms:modified>
</cp:coreProperties>
</file>